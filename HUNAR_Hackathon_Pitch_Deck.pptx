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the jury: India has 7M+ traditional artisans. They do not lack talent; they lack modern design, packaging, and organized market access. HUNAR is the 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Savitri Devi: 10 minutes to shape a vase, sold for ₹120 with ₹35 profit because she has no packaging or brand.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market timing: Corporate ESG reporting demands ethical gifting; urban consumers reject plastic factory souvenirs.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HUNAR is not just an e-commerce website; it is a full-stack value chain transformation.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dignity: Artisans are no longer anonymous labor for city emporiums; their names are celebrated on every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Consumers replace plastic factory souvenirs with heirloom art. Corporates fulfill mandatory CSR and ESG targets.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Crucial for judges: Economic value is created by elevating design and packaging, not artificial charity pricing.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We do not expect 55-year-old rural potters to navigate complex admin dashboards. Artisans use WhatsApp and voice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technical rigor: Strict adherence to zero-pill metadata discipline, WCAG AA contrast compliance, and full keyboard/touch accessibility.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HUNAR is not dependent on perpetual donations. The 11% operational surplus funds ongoing cluster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Traction proves the concept: Even as a pilot, HUNAR demonstrates the economic viability of transforming informal craft clusters.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hackathon closing: Traditional craftsmanship is India’s greatest decentralized creative asset. HUNAR builds the missing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INNOVATION HACKATHON PITCH DECK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HUNAR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C9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Skills to Sustainable Income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244737"/>
          </a:solidFill>
          <a:ln w="12700">
            <a:solidFill>
              <a:srgbClr val="335C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NGO-led artisan livelihood and market enablement platform.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traditional, generational craftsmanship to modern urban &amp; corporate demand.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Mission: Transforming roadside subsistence into ₹10,000+ monthly dignified income.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244737"/>
          </a:solidFill>
          <a:ln w="12700">
            <a:solidFill>
              <a:srgbClr val="335C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Artisan Income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₹4k - ₹5k/mo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244737"/>
          </a:solidFill>
          <a:ln w="12700">
            <a:solidFill>
              <a:srgbClr val="335C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Livelihood Potential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₹10k+/mo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244737"/>
          </a:solidFill>
          <a:ln w="12700">
            <a:solidFill>
              <a:srgbClr val="335C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7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Remittance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 - 80%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Ground Reality: Great Skills, Trapped Realities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master craftspeople remain trapped in poverty despite generational mastery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Market Access: Selling only on temporary sidewalks or seasonal village haats.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Income &amp; High Volatility: Earning ~₹4,000–₹5,000/month due to aggressive roadside bargaining.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Branding &amp; Anonymity: Sold in old newspapers or plastic pouches; zero brand identity.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Transit Breakage: 15%–20% fragile terracotta breaks during transport without proper packaging.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Invisibility: Mainstream platforms charge 25%–35% fees and require English/tech literacy.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Moneylender Debt Traps: Artisans borrow raw material money at 5%–10% monthly interest.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Artisans Below Poverty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Middleman Margin Cut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75%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Breakage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 - 20%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Opportunity: A Massive Disconnect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Conscious buyers want crafts; artisans cannot reach them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Gifting Demand: ₹12,000+ Cr Indian corporate gifting market actively seeking plastic-free, ESG gifts.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Home Décor Surge: +22% YoY growth in organic, handcrafted, Japandi-style aesthetic goods.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E-commerce Failure: Platforms charge 25%–35% fees and demand complex seller dashboards.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Opportunity: A curated, zero-friction bridge handling product co-design, eco-packaging, and logistics.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Gifting Market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₹12,000+ Cr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Handicrafts Market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 Billion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Décor Growth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+22% YoY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HUNAR Solution: The 6-Pillar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end-to-end enablement pipeline from raw skill to organized consumer realization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Skill Development: Lead-free glazes, calibrated kiln firing (1180°C), and acrylic dimension jigs.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Product Improvement: Co-designing contemporary lifestyle items (mobile caddies, vases, hampers).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Branding &amp; Packaging: 100% biodegradable honeycomb mailer boxes and maker QR provenance tags.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Digital Marketing: Studio daylight photography, WhatsApp Business catalogs, and #SupportLocalHunar reels.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Market Linkage: Direct D2C online store + B2B Corporate Gifting RFP pipeline.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Business Support: Fair-wage labor calculator, 50% upfront material advance, direct UPI bank deposits.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Pillars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Modules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 Damage Reduction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18% to &lt;1.2%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Upfront Material Advance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Guaranteed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ARTISAN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Helps Artisans: Transforming Grassroots Lives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Dignified income, financial predictability, and generational pride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Remittance (70%+): Zero broker deductions; funds go straight to artisan bank accounts.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Multiplier (2.4x): Moving from erratic ₹4k roadside volatility to ₹10,000+ monthly earning potential.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Upfront Material Advance: Eliminates local moneylender borrowing and high interest.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Maker Identity &amp; Recognition: Every item bears the maker’s name, village, craft cluster, and QR video seal.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Women Led: Empowers female self-help groups with personal Jan Dhan accounts and financial independence.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Wage Share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 - 80%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Income Multiplier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2.4x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Led Clusters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&amp; B2B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Helps People &amp; Corporates: Value for Society &amp; Planet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Authenticity, sustainability, and measurable social impact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Conscious Shoppers: Verified authentic crafts, zero toxic chemicals, direct social impact tracking at checkout.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Enterprises (B2B): Turnkey employee and festival hampers with custom co-branding, GST invoices, and ESG reports.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Environment: 100% single-use plastic elimination via recycled honeycomb paper packaging.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Cultural Heritage: Keeps vulnerable regional traditions (Khurja ceramics, Saharanpur carving) economically vibrant.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Plastic Eliminated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Single-Use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Gifting Units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350+ Fulfilled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Reporting Support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Audit-Ready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&amp; UNIT ECONOMICS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Transformation: 16.5x Margin Increase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Case Study: Savitri Devi Pottery Transformation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(Status Quo): Generic unrefined clay pot sold for ₹120 on pavement. 18% broken in transit. Net profit to maker: ₹35.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HUNAR INTERVENTION: Contemporary silhouette, lead-free Persian cobalt mineral glaze, custom shock-absorbent honeycomb box.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(HUNAR Enablement): Royal Cobalt Blue Pottery Vase sold on digital store for ₹799. Net to artisan: ₹580 (73%).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At less than 20% of previous physical labor, Savitri earns nearly triple her monthly income (₹11,600 vs ₹4,200).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Price Jump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₹120 → ₹799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Artisan Net Profit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₹35 → ₹580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 Multiplier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16.5x / Unit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SUPPLY CHAIN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Platform Works: Low-Tech, High-Impact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rural artisans with zero tech friction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Cluster Mapping: Field coordinators conduct mobile diagnostics on artisan skills and production capacity.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Co-Design Sprints: Volunteer industrial designers supply standardized physical acrylic templates and color recipes.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Digital Cataloging: Studio photography uploaded; WhatsApp Business catalogs automatically populated.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Instant 50% Advance: Consumer/corporate order confirmation triggers immediate 50% material advance via UPI.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Cluster Eco-Pack Hub: Quality check performed, honeycomb boxes sealed with QR tag, dispatched via courier partners.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Cycle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 Days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Fulfillment Lead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3-5 Days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Acceptance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98.8%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Architecture &amp; Platform 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for performance, speed, and real-time interaction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Core: React 19 + TypeScript on Vite 8, achieving sub-second load times (&lt;0.8s).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 &amp; Theme: Tailwind CSS v4 with Indian craft aesthetics (Cream #FDFBF7, Forest Green #1B382B, Terracotta #C85A32).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Search &amp; Filter: Instant category filtering, multi-keyword search, and price sorting.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Income Calculator: Sliders simulating artisan earnings based on unit volume and product tiers.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QR Unboxing Destination: Mobile-friendly provenance page verifying maker, workshop video, and care tips.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Lighthouse Score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98/100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Contentful Paint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&lt;0.8s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Responsive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Tested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Sustainability: The Reinvestment Flywheel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Financially viable without perpetual charity dependency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 Direct Wage: Directly deposited to the artisan maker upon order fulfillment.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Quality &amp; Eco-Packaging: Covers 3-ply shock-absorbent honeycomb boxes and authenticity labels.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 Logistics &amp; Shipping: Covers regional courier pickup subsidies from remote artisan clusters.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 Platform Reinvestment Surplus: Reinvested into onboarding toolkits and design workshops for the NEXT cluster.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Streams: Direct D2C marketplace sales, Corporate B2B bulk orders, Bespoke institutional gift hampers.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Artisan Wage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72%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 &amp; Logistics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Reinvestment Surplus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11%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&amp; VALIDATION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Traction &amp; UN SDG Benchmarks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results across 6 active artisan clusters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Master Artisans Onboarded across Khurja, Saharanpur, Jaipur, and Mayurbhanj clusters.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120+ Products Re-engineered: Contemporary ceramics, Sheesham woodwork, macrame, and Sabai grass weaving.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350+ Orders Generated: Including corporate hampers for sustainable enterprise summits and retail buyers.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 (No Poverty): 2.4x income multiplier. SDG 8 (Decent Work): Fair piece rates and safe workshops.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10 (Reduced Inequalities): 68% rural women inclusion. SDG 12 (Responsible Consumption): 0% single-use plastic.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Artisans Onboarded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Products Improved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120+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Fulfilled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350+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&amp;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Scaling Roadmap &amp; The Hackathon Vision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4D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from 50 to 5,000 artisans in 18 months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7772400" cy="4023360"/>
          </a:xfrm>
          <a:prstGeom prst="roundRect">
            <a:avLst>
              <a:gd name="adj" fmla="val 3409"/>
            </a:avLst>
          </a:prstGeom>
          <a:solidFill>
            <a:srgbClr val="F4EFE6"/>
          </a:solidFill>
          <a:ln w="12700">
            <a:solidFill>
              <a:srgbClr val="EADB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103120"/>
            <a:ext cx="7223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1–6: Scale to 250 artisans across 12 clusters; automate WhatsApp conversational order routing.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6–12: Launch B2B Enterprise Portal with automated CSR impact certificate generation and bulk delivery scheduling.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12–18: Onboard 5,000 artisans across 25 clusters; deploy AI-assisted colorway generator for rural coordinators.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C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Vision: Traditional craft should not be a symbol of poverty; it should be India’s greatest decentralized economic strength.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778240" y="19202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0" y="2057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18-Month Artisan Target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0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778240" y="32918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Hubs Target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0" y="37490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778240" y="466344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4C9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48006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85A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Annual Wage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69680" y="5120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38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₹6+ Crore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HUNAR - From Skills to Sustainable Income</dc:title>
  <dc:subject>Social Enterprise Hackathon Pitch Deck</dc:subject>
  <dc:creator>HUNAR Social Innovation Team</dc:creator>
  <cp:lastModifiedBy>HUNAR Social Innovation Team</cp:lastModifiedBy>
  <cp:revision>1</cp:revision>
  <dcterms:created xsi:type="dcterms:W3CDTF">2026-10-02T09:53:39Z</dcterms:created>
  <dcterms:modified xsi:type="dcterms:W3CDTF">2026-10-02T09:53:39Z</dcterms:modified>
</cp:coreProperties>
</file>